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4"/>
  </p:notesMasterIdLst>
  <p:handoutMasterIdLst>
    <p:handoutMasterId r:id="rId25"/>
  </p:handoutMasterIdLst>
  <p:sldIdLst>
    <p:sldId id="1973" r:id="rId6"/>
    <p:sldId id="2010" r:id="rId7"/>
    <p:sldId id="11394" r:id="rId8"/>
    <p:sldId id="2011" r:id="rId9"/>
    <p:sldId id="11482" r:id="rId10"/>
    <p:sldId id="11330" r:id="rId11"/>
    <p:sldId id="1988" r:id="rId12"/>
    <p:sldId id="2016" r:id="rId13"/>
    <p:sldId id="1824" r:id="rId14"/>
    <p:sldId id="11430" r:id="rId15"/>
    <p:sldId id="11483" r:id="rId16"/>
    <p:sldId id="11484" r:id="rId17"/>
    <p:sldId id="11481" r:id="rId18"/>
    <p:sldId id="11485" r:id="rId19"/>
    <p:sldId id="11486" r:id="rId20"/>
    <p:sldId id="2184" r:id="rId21"/>
    <p:sldId id="11487" r:id="rId22"/>
    <p:sldId id="1148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6763"/>
  </p:normalViewPr>
  <p:slideViewPr>
    <p:cSldViewPr snapToGrid="0" snapToObjects="1" showGuides="1">
      <p:cViewPr varScale="1">
        <p:scale>
          <a:sx n="227" d="100"/>
          <a:sy n="227" d="100"/>
        </p:scale>
        <p:origin x="1192" y="-746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emf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2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</a:t>
            </a:r>
            <a:r>
              <a:rPr lang="en-US" sz="1400" noProof="0" dirty="0" err="1">
                <a:ea typeface="+mn-lt"/>
                <a:cs typeface="+mn-lt"/>
              </a:rPr>
              <a:t>MAINT_INDICATION</a:t>
            </a:r>
            <a:r>
              <a:rPr lang="en-US" sz="1400" noProof="0" dirty="0">
                <a:ea typeface="+mn-lt"/>
                <a:cs typeface="+mn-lt"/>
              </a:rPr>
              <a:t>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2807936" y="2780488"/>
            <a:ext cx="2635602" cy="339865"/>
            <a:chOff x="2807936" y="2830273"/>
            <a:chExt cx="2635602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2906989" y="2918313"/>
              <a:ext cx="2445855" cy="157941"/>
              <a:chOff x="3149473" y="2702807"/>
              <a:chExt cx="2445855" cy="157941"/>
            </a:xfrm>
          </p:grpSpPr>
          <p:sp>
            <p:nvSpPr>
              <p:cNvPr id="10" name="Ovaal 9">
                <a:extLst>
                  <a:ext uri="{FF2B5EF4-FFF2-40B4-BE49-F238E27FC236}">
                    <a16:creationId xmlns:a16="http://schemas.microsoft.com/office/drawing/2014/main" id="{EEC047B5-4675-87BB-C77D-525A9C15C89C}"/>
                  </a:ext>
                </a:extLst>
              </p:cNvPr>
              <p:cNvSpPr/>
              <p:nvPr/>
            </p:nvSpPr>
            <p:spPr>
              <a:xfrm>
                <a:off x="3149473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2807936" y="2830273"/>
              <a:ext cx="263560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2807935" y="3717908"/>
            <a:ext cx="8456177" cy="339865"/>
            <a:chOff x="2807935" y="3744528"/>
            <a:chExt cx="8456177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2906989" y="3835491"/>
              <a:ext cx="8258926" cy="157941"/>
              <a:chOff x="3149473" y="3796856"/>
              <a:chExt cx="8258926" cy="157941"/>
            </a:xfrm>
          </p:grpSpPr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6B6535E0-9B87-4936-01E5-3207BED2217D}"/>
                  </a:ext>
                </a:extLst>
              </p:cNvPr>
              <p:cNvSpPr/>
              <p:nvPr/>
            </p:nvSpPr>
            <p:spPr>
              <a:xfrm>
                <a:off x="3149473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2807935" y="3744528"/>
              <a:ext cx="8456177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Volume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67471FA-A9FE-8926-C136-F5A56280E365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</a:t>
            </a:r>
            <a:r>
              <a:rPr lang="en-US" sz="1400" noProof="0" dirty="0" err="1"/>
              <a:t>MAINT_INDICATION</a:t>
            </a:r>
            <a:r>
              <a:rPr lang="en-US" sz="1400" noProof="0" dirty="0"/>
              <a:t>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scores </a:t>
            </a:r>
            <a:r>
              <a:rPr lang="en-US" noProof="0" dirty="0" err="1"/>
              <a:t>MAINT_INDICATION</a:t>
            </a:r>
            <a:r>
              <a:rPr lang="en-US" noProof="0" dirty="0"/>
              <a:t>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213525"/>
              </p:ext>
            </p:extLst>
          </p:nvPr>
        </p:nvGraphicFramePr>
        <p:xfrm>
          <a:off x="8571496" y="3035953"/>
          <a:ext cx="3116504" cy="18681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20EE1A-4478-B644-31B7-C378F5EED1D8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TECHNOLOGY_CHART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Content Placeholder 17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6B3C2CD-CAEE-824E-753F-A5DE9CEE5263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TEST_CODE_RATIO_CHART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534412"/>
              </p:ext>
            </p:extLst>
          </p:nvPr>
        </p:nvGraphicFramePr>
        <p:xfrm>
          <a:off x="8395675" y="3035953"/>
          <a:ext cx="3292327" cy="259311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7445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distribution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106464"/>
              </p:ext>
            </p:extLst>
          </p:nvPr>
        </p:nvGraphicFramePr>
        <p:xfrm>
          <a:off x="8571496" y="3035953"/>
          <a:ext cx="3116504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8C590-52C4-FD9D-BA2E-7DA3B20805D6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OSH_SLIDE</a:t>
            </a:r>
            <a:endParaRPr lang="en-US" sz="1600" noProof="0" dirty="0">
              <a:solidFill>
                <a:schemeClr val="tx2"/>
              </a:solidFill>
            </a:endParaRPr>
          </a:p>
        </p:txBody>
      </p:sp>
      <p:graphicFrame>
        <p:nvGraphicFramePr>
          <p:cNvPr id="2" name="CHART_1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2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/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11192</TotalTime>
  <Words>1853</Words>
  <Application>Microsoft Macintosh PowerPoint</Application>
  <PresentationFormat>Widescreen</PresentationFormat>
  <Paragraphs>391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6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MAINT_INDICATION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178</cp:revision>
  <cp:lastPrinted>2020-04-20T09:37:43Z</cp:lastPrinted>
  <dcterms:created xsi:type="dcterms:W3CDTF">2025-10-22T11:22:13Z</dcterms:created>
  <dcterms:modified xsi:type="dcterms:W3CDTF">2026-02-23T16:45:00Z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